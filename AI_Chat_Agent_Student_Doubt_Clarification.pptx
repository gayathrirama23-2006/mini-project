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Chat Agent for Student Doubt Clarification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 Project</a:t>
            </a:r>
          </a:p>
          <a:p/>
          <a:p>
            <a:r>
              <a:t>Name: Gayathrirama</a:t>
            </a:r>
          </a:p>
          <a:p>
            <a:r>
              <a:t>Department: Engineering</a:t>
            </a:r>
          </a:p>
          <a:p>
            <a:r>
              <a:t>Academic Year: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develops an AI Chat Agent to help students clarify academic doubts instantly.</a:t>
            </a:r>
          </a:p>
          <a:p>
            <a:r>
              <a:t>It uses rule-based AI logic and a simple user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face difficulty in getting immediate clarification for their doubts.</a:t>
            </a:r>
          </a:p>
          <a:p>
            <a:r>
              <a:t>This system provides instant assistance without human intervention.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Clarify student doubts instantly</a:t>
            </a:r>
          </a:p>
          <a:p>
            <a:r>
              <a:t>• Build a simple AI-based system</a:t>
            </a:r>
          </a:p>
          <a:p>
            <a:r>
              <a:t>• Improve self-learning</a:t>
            </a:r>
          </a:p>
          <a:p>
            <a:r>
              <a:t>• Reduce dependency on teachers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→ Chat Interface → AI Chat Agent → Knowledge Base →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Streamlit</a:t>
            </a:r>
          </a:p>
          <a:p>
            <a:r>
              <a:t>• Rule-Based AI</a:t>
            </a:r>
          </a:p>
          <a:p>
            <a:r>
              <a:t>• VS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Simple chat interface</a:t>
            </a:r>
          </a:p>
          <a:p>
            <a:r>
              <a:t>• Fast responses</a:t>
            </a:r>
          </a:p>
          <a:p>
            <a:r>
              <a:t>• Easy to use</a:t>
            </a:r>
          </a:p>
          <a:p>
            <a:r>
              <a:t>• Beginner-friendly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24/7 availability</a:t>
            </a:r>
          </a:p>
          <a:p>
            <a:r>
              <a:t>• Saves time</a:t>
            </a:r>
          </a:p>
          <a:p>
            <a:r>
              <a:t>• Improves learning</a:t>
            </a:r>
          </a:p>
          <a:p>
            <a:r>
              <a:t>• Low cost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Schools and colleges</a:t>
            </a:r>
          </a:p>
          <a:p>
            <a:r>
              <a:t>• Online learning platforms</a:t>
            </a:r>
          </a:p>
          <a:p>
            <a:r>
              <a:t>• Self-study assistance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AI Chat Agent helps students clarify doubts instantly.</a:t>
            </a:r>
          </a:p>
          <a:p>
            <a:r>
              <a:t>This project shows the effective use of AI in education.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